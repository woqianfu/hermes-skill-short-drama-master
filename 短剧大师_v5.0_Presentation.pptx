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短剧大师 v5.0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DRAMA MASTER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Fully Closed-Loop AI Short Drama Creation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全球首个全流程闭环的AI微短剧创作系统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Sentence → Finished Video  |  一句话 → 成片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github.com/woqianfu/hermes-skill-short-drama-master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By The Numbers / 数据一览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2,970+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总规则数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 A-T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附录(A-T)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SQ0-SQ12关卡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56616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Dimensions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质量维度穷举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双平台支持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57784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Cards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蒸馏案例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321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58368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Scripts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加密剧本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2011680"/>
            <a:ext cx="82296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1005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136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58952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Micro-Expressions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微表情类型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💀 The 3 Deadly Sins of AI Video / AI视频三大死罪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Voodoo Prompting / 玄学提示词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600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"Cinematic, 8K, beautiful" → Model outputs statistical average of the internet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84708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83%首次生成废片率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2468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Gates / 无质量闸门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8803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 only after 60 episodes → 57 hours wasted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312724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错误层层放大，到成片才发现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645920" y="3749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Fragmentation / 平台碎片化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4160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prompt language per platform, no unified strategy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44074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每个平台都从头踩坑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💎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926080" y="1463040"/>
            <a:ext cx="0" cy="12801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 Engineering, Not Voodoo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精密工程，不是玄学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→ After / 前后对比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/ 武打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"A cool fight scene"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"L2 combat, particle trail + glowing eyes, gimbal-stable slow pan left 3s, stop on clash point, no teleporting, no extra limbs, fixed_lens=true"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11887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/ 风格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"Make it cinematic"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"cinematic natural light, soft contrast, warm grade, 50mm shallow DoF, filmic grain subtle, no plastic skin, no cardboard shadows"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/ 情绪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"A sad moment"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"eyes glisten, slow blink, tear welling not falling, controlled emotion, 3s micro push-in to face, no exaggerated crying, no cartoonish expression"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926080" y="1463040"/>
            <a:ext cx="0" cy="12801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四阶段系统架构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🖋️ Phase 1: Scriptwriting Engine / 剧本创作引擎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7680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Positioning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11赛道速查矩阵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2320" y="100584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94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59480" y="146304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9480" y="178308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5角色功能位+压迫公式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100584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31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33160" y="146304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3160" y="178308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E01-E10第一屏公式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Drama Plan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60集五段骨架+暗线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2320" y="233172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594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59480" y="278892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Writing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59480" y="310896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5场景原则+6对白铁律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6000" y="233172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3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33160" y="278892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3160" y="310896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4原创化+6质量自检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Phase 2: Script Upgrading / 剧本升级引擎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7680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FX L1-L3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武打3级效果分级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890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660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6606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 A-D 4-Track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6606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暗线4轨标注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5/6-Shot 65s Rhythm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节奏系统(329集验证)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942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265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2658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5-Type Hook Rotation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658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尾钩五类轮换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Finger Evolution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金手指5阶演进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2890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660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6606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Decay Curve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6606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代价6阶衰减曲线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🦹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4632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Villain Stack + Loot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反派6档叠压+掉落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942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265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2658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3-Character Arcs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2658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配角3人3弧公式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Phase 3: Production + 🛡️ Phase 4: Quality Control / 制作+质量管控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7680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Dual-Platform Submit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小云雀+Seedance双平台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2320" y="100584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94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59480" y="146304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20-Round Pre-Check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9480" y="178308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20轮提交前自检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100584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31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33160" y="146304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 Handling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3160" y="178308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7种错误码自动响应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Sequential Gates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14道顺序质量关卡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2320" y="233172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594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59480" y="278892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20-Dim Quality Matrix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59480" y="310896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20维画面穷举矩阵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6000" y="2331720"/>
            <a:ext cx="249936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3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33160" y="278892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3-Strike Retry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3160" y="3108960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SQ12 3次重试→人工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14 Quality Gates / 14道质量关卡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SQ0 → SQ1 → SQ2 → SQ3 → SQ4 → SQ4.5 → SQ5 → SQ6 → SQ7 → SQ8 → SQ10 → SQ9 → Submit → SQ11 → SQ12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预检查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2336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🚫 BLOCK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Integrity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素材完整性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🚫 BLOCK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385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Subtitles+Narration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9385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六色字幕+旁白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19385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9385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Grading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9385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武打分级校验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19385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4140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4140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Coherence L5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24140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逻辑连贯性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4140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4140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SQ4.5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4140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Texture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24140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场景质感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24140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8895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2889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Cross-Ep Consistency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28895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全剧一致性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23360" y="2889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28895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2889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Assembly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28895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提交参数组装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2889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3649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3364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9-Type Matrix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17520" y="3364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配乐9类矩阵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23360" y="33649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WARN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3649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0" y="3364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Micro-Rhythm 10-Ck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3364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微观节奏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21040" y="33649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8872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Supervision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01752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年龄监管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2336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ERROR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Audit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提交终审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2104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🚫 BLOCK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43159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SQ11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8872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 QC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17520" y="43159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生成后质检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023360" y="43159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OBSERVE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63440" y="43159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SQ12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Loop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0" y="43159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重生成循环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43159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LOOP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926080" y="1463040"/>
            <a:ext cx="0" cy="12801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20-Dimensional Quality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20维画面质量穷举矩阵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Dimension Exhaustively Controlled / 穷举一切可控维度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7680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Identity Lock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面部特征锁定(维度1)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890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660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6606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Continuity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6606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服装跨镜一致(维度2)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Space Stability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场景空间稳定(维度3)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9420" y="100584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265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26580" y="14630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Direction Lock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6580" y="178308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光源方向锁定(维度5)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Temp Drift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色温漂移检测(维度6)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2890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660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6606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Trajectory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6606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运动轨迹连续(维度7)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4632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Move Accuracy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运镜执行准确(维度8)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9420" y="233172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265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💄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26580" y="278892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Expression-Emotion Match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26580" y="310896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表情情绪匹配(维度14)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65760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5800" y="411480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Lip-Sync ≤0.5s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44348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口型同步(维度13)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28900" y="365760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660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766060" y="411480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Plausibility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66060" y="44348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物理合理性(维度19)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65760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846320" y="411480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Logic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44348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叙事逻辑一致(维度20)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89420" y="3657600"/>
            <a:ext cx="1805940" cy="1188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265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926580" y="411480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Detection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26580" y="4434840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伪影/乱码检测(维度18)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926080" y="1463040"/>
            <a:ext cx="0" cy="12801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Dual-Platform Prompt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小云雀+Seedance 2.0 双平台统一工程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Selection Strategy / 平台选择矩阵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Type / 镜头类型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38328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平台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Setting / 关键设置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dialogue (60%+)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Xiaoyunque 小云雀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9:16, fixed camera, 5-8s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Action/FX L2-L3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Seedance 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fixed_lens=true, duration=8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Dialogue-heavy episodes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Seedance 2.0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generate_audio=true, lip sync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Cross-episode linking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Seedance 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First-last-frame control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shots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Xiaoyunque 小云雀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5s, wide/establishing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926080" y="1463040"/>
            <a:ext cx="0" cy="12801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Appendices Encyclopedia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15部专业附录·电影制作百科全书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Appendices / 核心附录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630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+ Style Dictionary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13光源词典+5影风(Kensa)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Transition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5核心转场系统(ClawHub)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883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Temporal Coherence Laws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883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7大时序连贯性法则(PixelFlow)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22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322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20-Dim Quality Matrix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20维质量穷举矩阵(原创)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61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Xiaoyunque API Guide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小云雀官方参数(火山引擎)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Seedance 2.0 Dual-Platform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双平台统一提示词工程(官方)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6393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§J.3.2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639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Camera Movements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20种运镜百科(明穹智能)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782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Transferable Laws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40782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杂灵根329集18条规律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171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517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14-Field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分镜表14字段体系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926080" y="1463040"/>
            <a:ext cx="0" cy="128016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Self-Evolving While You Sleep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睡觉时自我进化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🌙 Daily 00:00 Cron Pipeline / 每日凌晨自动流水线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447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 × top 5 results → Extract new knowledge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219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 of cross-ref consistency verification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9992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contradictions → Re-verify after repair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91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474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77647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patch to correct appendix → Source tagged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SYNC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55371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Push to 2 GitHub repos via SSH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6-Step Prompt Formula / 统一6步提示词公式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[Subject/主体] + [Action/动作] + [Environment/场景] + [Camera/运镜] + [Style/风格] + [Constraints/约束]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Subject / 主体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固定主体: 主角,白发束脑后,灰布衣,面部锁定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≤60 chars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Action / 动作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121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核心动作: 提水出井,青筋微凸,持续4秒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≤50 chars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Environment / 场景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6883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场景/光线: 古井,灰蓝雾,暖金侧光45°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2688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≤80 chars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Camera / 运镜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2552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主运镜: 固定,微推3%,中景→近景3→6s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32552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≤40 chars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8221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Style / 风格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822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入场景行: 国风3D写实,#2D5A7B+#D4A843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3822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Constraints / 约束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负面约束: 不变脸,no face drift,no extra fingers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≤5条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obsessive precision.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以偏执的精度构建。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episodes analyzed  ·  875 case cards  ·  321 encrypted scripts  ·  136 micro-expressions  ·  15 facial muscle groups  ·  20-dimension quality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github.com/woqianfu/hermes-skill-short-drama-master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github.com/woqianfu/duanju-master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 Drama Master v5.0 - AI微短剧全流程创作系统</dc:title>
  <dc:subject>PptxGenJS Presentation</dc:subject>
  <dc:creator>短剧大师 v5.0</dc:creator>
  <cp:lastModifiedBy>短剧大师 v5.0</cp:lastModifiedBy>
  <cp:revision>1</cp:revision>
  <dcterms:created xsi:type="dcterms:W3CDTF">2026-06-14T05:21:14Z</dcterms:created>
  <dcterms:modified xsi:type="dcterms:W3CDTF">2026-06-14T05:21:14Z</dcterms:modified>
</cp:coreProperties>
</file>